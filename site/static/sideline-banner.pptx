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63" r:id="rId4"/>
  </p:sldIdLst>
  <p:sldSz cx="2160588" cy="91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254A"/>
    <a:srgbClr val="EFE8D2"/>
    <a:srgbClr val="DA4431"/>
    <a:srgbClr val="F9F2DF"/>
    <a:srgbClr val="12254A"/>
    <a:srgbClr val="1A3158"/>
    <a:srgbClr val="927058"/>
    <a:srgbClr val="3E23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6327"/>
  </p:normalViewPr>
  <p:slideViewPr>
    <p:cSldViewPr snapToGrid="0">
      <p:cViewPr varScale="1">
        <p:scale>
          <a:sx n="400" d="100"/>
          <a:sy n="400" d="100"/>
        </p:scale>
        <p:origin x="1912" y="16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94C4306-B167-CA2F-12FD-4FB1214BD9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7734DB1-323B-F95A-9C5A-E3CE3DB274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6BC38-437D-C245-B824-C44996826626}" type="datetimeFigureOut">
              <a:rPr lang="fr-FR" smtClean="0"/>
              <a:t>22/04/2026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A6B13C-5FA2-4017-77BF-569AA8A5F45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A4D5EE9-6C2D-FBAF-04A5-A401EE43ED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60D7E9-DE66-174B-8E0D-C9D041E4C16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922889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B38F1-217B-DD4C-B941-5B09C7695AEC}" type="datetimeFigureOut">
              <a:rPr lang="fr-FR" smtClean="0"/>
              <a:t>22/04/2026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15900" y="1143000"/>
            <a:ext cx="7289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F088F4-069C-614F-8EA7-8B51FC840C9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6267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72745" rtl="0" eaLnBrk="1" latinLnBrk="0" hangingPunct="1">
      <a:defRPr sz="227" kern="1200">
        <a:solidFill>
          <a:schemeClr val="tx1"/>
        </a:solidFill>
        <a:latin typeface="+mn-lt"/>
        <a:ea typeface="+mn-ea"/>
        <a:cs typeface="+mn-cs"/>
      </a:defRPr>
    </a:lvl1pPr>
    <a:lvl2pPr marL="86372" algn="l" defTabSz="172745" rtl="0" eaLnBrk="1" latinLnBrk="0" hangingPunct="1">
      <a:defRPr sz="227" kern="1200">
        <a:solidFill>
          <a:schemeClr val="tx1"/>
        </a:solidFill>
        <a:latin typeface="+mn-lt"/>
        <a:ea typeface="+mn-ea"/>
        <a:cs typeface="+mn-cs"/>
      </a:defRPr>
    </a:lvl2pPr>
    <a:lvl3pPr marL="172745" algn="l" defTabSz="172745" rtl="0" eaLnBrk="1" latinLnBrk="0" hangingPunct="1">
      <a:defRPr sz="227" kern="1200">
        <a:solidFill>
          <a:schemeClr val="tx1"/>
        </a:solidFill>
        <a:latin typeface="+mn-lt"/>
        <a:ea typeface="+mn-ea"/>
        <a:cs typeface="+mn-cs"/>
      </a:defRPr>
    </a:lvl3pPr>
    <a:lvl4pPr marL="259117" algn="l" defTabSz="172745" rtl="0" eaLnBrk="1" latinLnBrk="0" hangingPunct="1">
      <a:defRPr sz="227" kern="1200">
        <a:solidFill>
          <a:schemeClr val="tx1"/>
        </a:solidFill>
        <a:latin typeface="+mn-lt"/>
        <a:ea typeface="+mn-ea"/>
        <a:cs typeface="+mn-cs"/>
      </a:defRPr>
    </a:lvl4pPr>
    <a:lvl5pPr marL="345489" algn="l" defTabSz="172745" rtl="0" eaLnBrk="1" latinLnBrk="0" hangingPunct="1">
      <a:defRPr sz="227" kern="1200">
        <a:solidFill>
          <a:schemeClr val="tx1"/>
        </a:solidFill>
        <a:latin typeface="+mn-lt"/>
        <a:ea typeface="+mn-ea"/>
        <a:cs typeface="+mn-cs"/>
      </a:defRPr>
    </a:lvl5pPr>
    <a:lvl6pPr marL="431862" algn="l" defTabSz="172745" rtl="0" eaLnBrk="1" latinLnBrk="0" hangingPunct="1">
      <a:defRPr sz="227" kern="1200">
        <a:solidFill>
          <a:schemeClr val="tx1"/>
        </a:solidFill>
        <a:latin typeface="+mn-lt"/>
        <a:ea typeface="+mn-ea"/>
        <a:cs typeface="+mn-cs"/>
      </a:defRPr>
    </a:lvl6pPr>
    <a:lvl7pPr marL="518234" algn="l" defTabSz="172745" rtl="0" eaLnBrk="1" latinLnBrk="0" hangingPunct="1">
      <a:defRPr sz="227" kern="1200">
        <a:solidFill>
          <a:schemeClr val="tx1"/>
        </a:solidFill>
        <a:latin typeface="+mn-lt"/>
        <a:ea typeface="+mn-ea"/>
        <a:cs typeface="+mn-cs"/>
      </a:defRPr>
    </a:lvl7pPr>
    <a:lvl8pPr marL="604606" algn="l" defTabSz="172745" rtl="0" eaLnBrk="1" latinLnBrk="0" hangingPunct="1">
      <a:defRPr sz="227" kern="1200">
        <a:solidFill>
          <a:schemeClr val="tx1"/>
        </a:solidFill>
        <a:latin typeface="+mn-lt"/>
        <a:ea typeface="+mn-ea"/>
        <a:cs typeface="+mn-cs"/>
      </a:defRPr>
    </a:lvl8pPr>
    <a:lvl9pPr marL="690979" algn="l" defTabSz="172745" rtl="0" eaLnBrk="1" latinLnBrk="0" hangingPunct="1">
      <a:defRPr sz="22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215900" y="1143000"/>
            <a:ext cx="7289800" cy="30861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88F4-069C-614F-8EA7-8B51FC840C9E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5822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215900" y="1143000"/>
            <a:ext cx="7289800" cy="30861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88F4-069C-614F-8EA7-8B51FC840C9E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6110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2B17D-FD46-3EE3-F64A-9644AE564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721D456-8A75-094B-D28D-94A074E33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15900" y="1143000"/>
            <a:ext cx="7289800" cy="30861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0327507-76BC-9221-092C-0FE3FF621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360976-B43F-B5A3-1824-614DC7A19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88F4-069C-614F-8EA7-8B51FC840C9E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7655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74" y="149648"/>
            <a:ext cx="1620441" cy="318347"/>
          </a:xfrm>
        </p:spPr>
        <p:txBody>
          <a:bodyPr anchor="b"/>
          <a:lstStyle>
            <a:lvl1pPr algn="ctr">
              <a:defRPr sz="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74" y="480272"/>
            <a:ext cx="1620441" cy="220768"/>
          </a:xfrm>
        </p:spPr>
        <p:txBody>
          <a:bodyPr/>
          <a:lstStyle>
            <a:lvl1pPr marL="0" indent="0" algn="ctr">
              <a:buNone/>
              <a:defRPr sz="320"/>
            </a:lvl1pPr>
            <a:lvl2pPr marL="60945" indent="0" algn="ctr">
              <a:buNone/>
              <a:defRPr sz="267"/>
            </a:lvl2pPr>
            <a:lvl3pPr marL="121890" indent="0" algn="ctr">
              <a:buNone/>
              <a:defRPr sz="240"/>
            </a:lvl3pPr>
            <a:lvl4pPr marL="182834" indent="0" algn="ctr">
              <a:buNone/>
              <a:defRPr sz="213"/>
            </a:lvl4pPr>
            <a:lvl5pPr marL="243779" indent="0" algn="ctr">
              <a:buNone/>
              <a:defRPr sz="213"/>
            </a:lvl5pPr>
            <a:lvl6pPr marL="304724" indent="0" algn="ctr">
              <a:buNone/>
              <a:defRPr sz="213"/>
            </a:lvl6pPr>
            <a:lvl7pPr marL="365669" indent="0" algn="ctr">
              <a:buNone/>
              <a:defRPr sz="213"/>
            </a:lvl7pPr>
            <a:lvl8pPr marL="426613" indent="0" algn="ctr">
              <a:buNone/>
              <a:defRPr sz="213"/>
            </a:lvl8pPr>
            <a:lvl9pPr marL="487558" indent="0" algn="ctr">
              <a:buNone/>
              <a:defRPr sz="213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B13B-AE34-4F46-9EE8-EFD0DE788BE1}" type="datetime1">
              <a:rPr lang="fr-FR" smtClean="0"/>
              <a:t>22/04/2026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33E7-6961-B942-80E9-165F9CEB9C1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9506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A3AD-256E-A94F-A949-B94AAD7FA773}" type="datetime1">
              <a:rPr lang="fr-FR" smtClean="0"/>
              <a:t>22/04/2026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33E7-6961-B942-80E9-165F9CEB9C1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5273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415" y="227965"/>
            <a:ext cx="1863507" cy="380365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415" y="611928"/>
            <a:ext cx="1863507" cy="200025"/>
          </a:xfrm>
        </p:spPr>
        <p:txBody>
          <a:bodyPr/>
          <a:lstStyle>
            <a:lvl1pPr marL="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1pPr>
            <a:lvl2pPr marL="60945" indent="0">
              <a:buNone/>
              <a:defRPr sz="267">
                <a:solidFill>
                  <a:schemeClr val="tx1">
                    <a:tint val="75000"/>
                  </a:schemeClr>
                </a:solidFill>
              </a:defRPr>
            </a:lvl2pPr>
            <a:lvl3pPr marL="121890" indent="0">
              <a:buNone/>
              <a:defRPr sz="240">
                <a:solidFill>
                  <a:schemeClr val="tx1">
                    <a:tint val="75000"/>
                  </a:schemeClr>
                </a:solidFill>
              </a:defRPr>
            </a:lvl3pPr>
            <a:lvl4pPr marL="182834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4pPr>
            <a:lvl5pPr marL="243779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5pPr>
            <a:lvl6pPr marL="304724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6pPr>
            <a:lvl7pPr marL="365669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7pPr>
            <a:lvl8pPr marL="426613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8pPr>
            <a:lvl9pPr marL="487558" indent="0">
              <a:buNone/>
              <a:defRPr sz="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C5071-BF17-BC43-861B-61FFE4EC6659}" type="datetime1">
              <a:rPr lang="fr-FR" smtClean="0"/>
              <a:t>22/04/2026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33E7-6961-B942-80E9-165F9CEB9C1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8343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40" y="243417"/>
            <a:ext cx="918250" cy="58017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798" y="243417"/>
            <a:ext cx="918250" cy="58017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0FAE2-D58F-E34B-BD03-150356DF45F3}" type="datetime1">
              <a:rPr lang="fr-FR" smtClean="0"/>
              <a:t>22/04/2026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33E7-6961-B942-80E9-165F9CEB9C1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419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22" y="48683"/>
            <a:ext cx="1863507" cy="17674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822" y="224155"/>
            <a:ext cx="914030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822" y="334010"/>
            <a:ext cx="914030" cy="49127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798" y="224155"/>
            <a:ext cx="918531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798" y="334010"/>
            <a:ext cx="918531" cy="49127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AFBFE-BD77-8944-B85C-815D6381DAB2}" type="datetime1">
              <a:rPr lang="fr-FR" smtClean="0"/>
              <a:t>22/04/2026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33E7-6961-B942-80E9-165F9CEB9C1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6550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6857A-C7A5-3C43-AAAD-0769DBEF499C}" type="datetime1">
              <a:rPr lang="fr-FR" smtClean="0"/>
              <a:t>22/04/2026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33E7-6961-B942-80E9-165F9CEB9C1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106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C90B6-488E-7F41-862E-1ACB9CD733C3}" type="datetime1">
              <a:rPr lang="fr-FR" smtClean="0"/>
              <a:t>22/04/2026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33E7-6961-B942-80E9-165F9CEB9C1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7211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22" y="60960"/>
            <a:ext cx="696846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531" y="131657"/>
            <a:ext cx="1093798" cy="649817"/>
          </a:xfrm>
        </p:spPr>
        <p:txBody>
          <a:bodyPr/>
          <a:lstStyle>
            <a:lvl1pPr>
              <a:defRPr sz="427"/>
            </a:lvl1pPr>
            <a:lvl2pPr>
              <a:defRPr sz="373"/>
            </a:lvl2pPr>
            <a:lvl3pPr>
              <a:defRPr sz="320"/>
            </a:lvl3pPr>
            <a:lvl4pPr>
              <a:defRPr sz="267"/>
            </a:lvl4pPr>
            <a:lvl5pPr>
              <a:defRPr sz="267"/>
            </a:lvl5pPr>
            <a:lvl6pPr>
              <a:defRPr sz="267"/>
            </a:lvl6pPr>
            <a:lvl7pPr>
              <a:defRPr sz="267"/>
            </a:lvl7pPr>
            <a:lvl8pPr>
              <a:defRPr sz="267"/>
            </a:lvl8pPr>
            <a:lvl9pPr>
              <a:defRPr sz="267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822" y="274320"/>
            <a:ext cx="696846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CB7F4-E1AE-424A-8CB0-931A396A24BB}" type="datetime1">
              <a:rPr lang="fr-FR" smtClean="0"/>
              <a:t>22/04/2026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33E7-6961-B942-80E9-165F9CEB9C1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613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822" y="60960"/>
            <a:ext cx="696846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531" y="131657"/>
            <a:ext cx="1093798" cy="649817"/>
          </a:xfrm>
        </p:spPr>
        <p:txBody>
          <a:bodyPr anchor="t"/>
          <a:lstStyle>
            <a:lvl1pPr marL="0" indent="0">
              <a:buNone/>
              <a:defRPr sz="427"/>
            </a:lvl1pPr>
            <a:lvl2pPr marL="60945" indent="0">
              <a:buNone/>
              <a:defRPr sz="373"/>
            </a:lvl2pPr>
            <a:lvl3pPr marL="121890" indent="0">
              <a:buNone/>
              <a:defRPr sz="320"/>
            </a:lvl3pPr>
            <a:lvl4pPr marL="182834" indent="0">
              <a:buNone/>
              <a:defRPr sz="267"/>
            </a:lvl4pPr>
            <a:lvl5pPr marL="243779" indent="0">
              <a:buNone/>
              <a:defRPr sz="267"/>
            </a:lvl5pPr>
            <a:lvl6pPr marL="304724" indent="0">
              <a:buNone/>
              <a:defRPr sz="267"/>
            </a:lvl6pPr>
            <a:lvl7pPr marL="365669" indent="0">
              <a:buNone/>
              <a:defRPr sz="267"/>
            </a:lvl7pPr>
            <a:lvl8pPr marL="426613" indent="0">
              <a:buNone/>
              <a:defRPr sz="267"/>
            </a:lvl8pPr>
            <a:lvl9pPr marL="487558" indent="0">
              <a:buNone/>
              <a:defRPr sz="267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822" y="274320"/>
            <a:ext cx="696846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2094C-B035-A846-B986-7CAE94D61F8E}" type="datetime1">
              <a:rPr lang="fr-FR" smtClean="0"/>
              <a:t>22/04/2026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33E7-6961-B942-80E9-165F9CEB9C1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8302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17C97-6C8A-2246-98BE-E03F5C39AE61}" type="datetime1">
              <a:rPr lang="fr-FR" smtClean="0"/>
              <a:t>22/04/2026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33E7-6961-B942-80E9-165F9CEB9C1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6467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6171" y="48683"/>
            <a:ext cx="465877" cy="774912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40" y="48683"/>
            <a:ext cx="1370623" cy="77491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7B5B-0521-6A44-935E-FCAD9CFE8301}" type="datetime1">
              <a:rPr lang="fr-FR" smtClean="0"/>
              <a:t>22/04/2026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33E7-6961-B942-80E9-165F9CEB9C1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7096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41" y="48683"/>
            <a:ext cx="1863507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41" y="243417"/>
            <a:ext cx="1863507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41" y="847514"/>
            <a:ext cx="486132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C7CF3-7E6E-714E-BAAC-64C33D508205}" type="datetime1">
              <a:rPr lang="fr-FR" smtClean="0"/>
              <a:t>22/04/2026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695" y="847514"/>
            <a:ext cx="729198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915" y="847514"/>
            <a:ext cx="486132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733E7-6961-B942-80E9-165F9CEB9C1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240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defTabSz="121890" rtl="0" eaLnBrk="1" latinLnBrk="0" hangingPunct="1">
        <a:lnSpc>
          <a:spcPct val="90000"/>
        </a:lnSpc>
        <a:spcBef>
          <a:spcPct val="0"/>
        </a:spcBef>
        <a:buNone/>
        <a:defRPr sz="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2" indent="-30472" algn="l" defTabSz="1218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373" kern="1200">
          <a:solidFill>
            <a:schemeClr val="tx1"/>
          </a:solidFill>
          <a:latin typeface="+mn-lt"/>
          <a:ea typeface="+mn-ea"/>
          <a:cs typeface="+mn-cs"/>
        </a:defRPr>
      </a:lvl1pPr>
      <a:lvl2pPr marL="9141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320" kern="1200">
          <a:solidFill>
            <a:schemeClr val="tx1"/>
          </a:solidFill>
          <a:latin typeface="+mn-lt"/>
          <a:ea typeface="+mn-ea"/>
          <a:cs typeface="+mn-cs"/>
        </a:defRPr>
      </a:lvl2pPr>
      <a:lvl3pPr marL="152362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0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9614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1pPr>
      <a:lvl2pPr marL="60945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46A0D68-3037-8E6C-9F94-430A5E018D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53" b="13009"/>
          <a:stretch>
            <a:fillRect/>
          </a:stretch>
        </p:blipFill>
        <p:spPr>
          <a:xfrm>
            <a:off x="82764" y="163677"/>
            <a:ext cx="704988" cy="55438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6BEFAFF-D132-72BA-499E-A0D732AE8574}"/>
              </a:ext>
            </a:extLst>
          </p:cNvPr>
          <p:cNvSpPr txBox="1"/>
          <p:nvPr/>
        </p:nvSpPr>
        <p:spPr>
          <a:xfrm>
            <a:off x="157858" y="538468"/>
            <a:ext cx="473968" cy="192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75"/>
              </a:lnSpc>
            </a:pPr>
            <a:r>
              <a:rPr lang="fr-FR" sz="321" b="1" i="1" dirty="0">
                <a:solidFill>
                  <a:srgbClr val="DA4431"/>
                </a:solidFill>
                <a:latin typeface="Montserrat ExtraBold" pitchFamily="2" charset="77"/>
              </a:rPr>
              <a:t>Voir clair. </a:t>
            </a:r>
          </a:p>
          <a:p>
            <a:pPr>
              <a:lnSpc>
                <a:spcPts val="375"/>
              </a:lnSpc>
            </a:pPr>
            <a:r>
              <a:rPr lang="fr-FR" sz="321" b="1" i="1" dirty="0">
                <a:solidFill>
                  <a:srgbClr val="DA4431"/>
                </a:solidFill>
                <a:latin typeface="Montserrat ExtraBold" pitchFamily="2" charset="77"/>
              </a:rPr>
              <a:t>Jouer juste.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89FA79B-FD00-1248-4C89-AE816299AE0C}"/>
              </a:ext>
            </a:extLst>
          </p:cNvPr>
          <p:cNvSpPr txBox="1"/>
          <p:nvPr/>
        </p:nvSpPr>
        <p:spPr>
          <a:xfrm>
            <a:off x="894145" y="241557"/>
            <a:ext cx="1192730" cy="439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714" b="1" dirty="0">
                <a:solidFill>
                  <a:srgbClr val="EFE8D2"/>
                </a:solidFill>
                <a:latin typeface="Montserrat ExtraBold" pitchFamily="2" charset="77"/>
              </a:rPr>
              <a:t>L’agence d’</a:t>
            </a:r>
            <a:r>
              <a:rPr lang="fr-FR" sz="714" b="1" dirty="0">
                <a:solidFill>
                  <a:srgbClr val="DA4431"/>
                </a:solidFill>
                <a:latin typeface="Montserrat ExtraBold" pitchFamily="2" charset="77"/>
              </a:rPr>
              <a:t>intelligence stratégique </a:t>
            </a:r>
            <a:r>
              <a:rPr lang="fr-FR" sz="714" b="1" dirty="0">
                <a:solidFill>
                  <a:srgbClr val="EFE8D2"/>
                </a:solidFill>
                <a:latin typeface="Montserrat ExtraBold" pitchFamily="2" charset="77"/>
              </a:rPr>
              <a:t>et d’</a:t>
            </a:r>
            <a:r>
              <a:rPr lang="fr-FR" sz="714" b="1" dirty="0">
                <a:solidFill>
                  <a:srgbClr val="DA4431"/>
                </a:solidFill>
                <a:latin typeface="Montserrat ExtraBold" pitchFamily="2" charset="77"/>
              </a:rPr>
              <a:t>affaires publiques</a:t>
            </a:r>
            <a:r>
              <a:rPr lang="fr-FR" sz="714" b="1" dirty="0">
                <a:solidFill>
                  <a:srgbClr val="EFE8D2"/>
                </a:solidFill>
                <a:latin typeface="Montserrat ExtraBold" pitchFamily="2" charset="77"/>
              </a:rPr>
              <a:t>, spécialisée </a:t>
            </a:r>
            <a:br>
              <a:rPr lang="fr-FR" sz="714" b="1" dirty="0">
                <a:solidFill>
                  <a:srgbClr val="EFE8D2"/>
                </a:solidFill>
                <a:latin typeface="Montserrat ExtraBold" pitchFamily="2" charset="77"/>
              </a:rPr>
            </a:br>
            <a:r>
              <a:rPr lang="fr-FR" sz="714" b="1" dirty="0">
                <a:solidFill>
                  <a:srgbClr val="EFE8D2"/>
                </a:solidFill>
                <a:latin typeface="Montserrat ExtraBold" pitchFamily="2" charset="77"/>
              </a:rPr>
              <a:t>dans le </a:t>
            </a:r>
            <a:r>
              <a:rPr lang="fr-FR" sz="714" b="1" dirty="0">
                <a:solidFill>
                  <a:srgbClr val="DA4431"/>
                </a:solidFill>
                <a:latin typeface="Montserrat ExtraBold" pitchFamily="2" charset="77"/>
              </a:rPr>
              <a:t>sport</a:t>
            </a:r>
            <a:r>
              <a:rPr lang="fr-FR" sz="714" b="1" dirty="0">
                <a:solidFill>
                  <a:srgbClr val="EFE8D2"/>
                </a:solidFill>
                <a:latin typeface="Montserrat ExtraBold" pitchFamily="2" charset="77"/>
              </a:rPr>
              <a:t>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662D350-7B98-FA00-824E-A329DB47F647}"/>
              </a:ext>
            </a:extLst>
          </p:cNvPr>
          <p:cNvSpPr txBox="1"/>
          <p:nvPr/>
        </p:nvSpPr>
        <p:spPr>
          <a:xfrm>
            <a:off x="1277038" y="737632"/>
            <a:ext cx="883550" cy="180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572" b="1" dirty="0">
                <a:solidFill>
                  <a:srgbClr val="EFE8D2"/>
                </a:solidFill>
                <a:latin typeface="Montserrat ExtraBold" pitchFamily="2" charset="77"/>
              </a:rPr>
              <a:t>sideline-conseil</a:t>
            </a:r>
            <a:r>
              <a:rPr lang="fr-FR" sz="572" b="1" dirty="0">
                <a:solidFill>
                  <a:srgbClr val="DA4431"/>
                </a:solidFill>
                <a:latin typeface="Montserrat ExtraBold" pitchFamily="2" charset="77"/>
              </a:rPr>
              <a:t>.</a:t>
            </a:r>
            <a:r>
              <a:rPr lang="fr-FR" sz="572" b="1" dirty="0">
                <a:solidFill>
                  <a:srgbClr val="EFE8D2"/>
                </a:solidFill>
                <a:latin typeface="Montserrat ExtraBold" pitchFamily="2" charset="77"/>
              </a:rPr>
              <a:t>fr</a:t>
            </a:r>
            <a:endParaRPr lang="fr-FR" sz="572" dirty="0"/>
          </a:p>
        </p:txBody>
      </p:sp>
    </p:spTree>
    <p:extLst>
      <p:ext uri="{BB962C8B-B14F-4D97-AF65-F5344CB8AC3E}">
        <p14:creationId xmlns:p14="http://schemas.microsoft.com/office/powerpoint/2010/main" val="333538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8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598F03A-C4F1-4BF0-44DF-42F88E8C20DC}"/>
              </a:ext>
            </a:extLst>
          </p:cNvPr>
          <p:cNvSpPr txBox="1"/>
          <p:nvPr/>
        </p:nvSpPr>
        <p:spPr>
          <a:xfrm>
            <a:off x="280346" y="85690"/>
            <a:ext cx="936708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56" b="1" dirty="0">
                <a:solidFill>
                  <a:srgbClr val="11254A"/>
                </a:solidFill>
                <a:latin typeface="Montserrat ExtraBold" pitchFamily="2" charset="77"/>
              </a:rPr>
              <a:t>Cyril MOURIN</a:t>
            </a:r>
          </a:p>
          <a:p>
            <a:r>
              <a:rPr lang="fr-FR" sz="714" b="1" i="1" dirty="0">
                <a:solidFill>
                  <a:srgbClr val="DA4431"/>
                </a:solidFill>
                <a:latin typeface="Montserrat ExtraBold" pitchFamily="2" charset="77"/>
              </a:rPr>
              <a:t>Président</a:t>
            </a:r>
            <a:endParaRPr lang="fr-FR" sz="231" b="1" i="1" dirty="0">
              <a:latin typeface="Montserrat ExtraBold" pitchFamily="2" charset="77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553DC57-3E1E-9C8D-353B-0037874E1301}"/>
              </a:ext>
            </a:extLst>
          </p:cNvPr>
          <p:cNvSpPr txBox="1"/>
          <p:nvPr/>
        </p:nvSpPr>
        <p:spPr>
          <a:xfrm>
            <a:off x="748382" y="457200"/>
            <a:ext cx="1256885" cy="620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72" b="1" dirty="0">
                <a:solidFill>
                  <a:srgbClr val="11254A"/>
                </a:solidFill>
                <a:latin typeface="Montserrat" pitchFamily="2" charset="77"/>
              </a:rPr>
              <a:t>207 rue de Vaugirard</a:t>
            </a:r>
            <a:br>
              <a:rPr lang="fr-FR" sz="572" b="1" dirty="0">
                <a:solidFill>
                  <a:srgbClr val="11254A"/>
                </a:solidFill>
                <a:latin typeface="Montserrat" pitchFamily="2" charset="77"/>
              </a:rPr>
            </a:br>
            <a:r>
              <a:rPr lang="fr-FR" sz="572" b="1" dirty="0">
                <a:solidFill>
                  <a:srgbClr val="11254A"/>
                </a:solidFill>
                <a:latin typeface="Montserrat" pitchFamily="2" charset="77"/>
              </a:rPr>
              <a:t>75015 Paris</a:t>
            </a:r>
            <a:br>
              <a:rPr lang="fr-FR" sz="572" b="1" dirty="0">
                <a:solidFill>
                  <a:srgbClr val="11254A"/>
                </a:solidFill>
                <a:latin typeface="Montserrat" pitchFamily="2" charset="77"/>
              </a:rPr>
            </a:br>
            <a:r>
              <a:rPr lang="fr-FR" sz="572" b="1" dirty="0">
                <a:solidFill>
                  <a:srgbClr val="11254A"/>
                </a:solidFill>
                <a:latin typeface="Montserrat" pitchFamily="2" charset="77"/>
              </a:rPr>
              <a:t>		</a:t>
            </a:r>
          </a:p>
          <a:p>
            <a:r>
              <a:rPr lang="fr-FR" sz="572" b="1" dirty="0">
                <a:solidFill>
                  <a:srgbClr val="11254A"/>
                </a:solidFill>
                <a:latin typeface="Montserrat" pitchFamily="2" charset="77"/>
              </a:rPr>
              <a:t>07</a:t>
            </a:r>
            <a:r>
              <a:rPr lang="fr-FR" sz="572" b="1" dirty="0">
                <a:solidFill>
                  <a:srgbClr val="DA4431"/>
                </a:solidFill>
                <a:latin typeface="Montserrat" pitchFamily="2" charset="77"/>
              </a:rPr>
              <a:t>.</a:t>
            </a:r>
            <a:r>
              <a:rPr lang="fr-FR" sz="572" b="1" dirty="0">
                <a:solidFill>
                  <a:srgbClr val="11254A"/>
                </a:solidFill>
                <a:latin typeface="Montserrat" pitchFamily="2" charset="77"/>
              </a:rPr>
              <a:t>60</a:t>
            </a:r>
            <a:r>
              <a:rPr lang="fr-FR" sz="572" b="1" dirty="0">
                <a:solidFill>
                  <a:srgbClr val="DA4431"/>
                </a:solidFill>
                <a:latin typeface="Montserrat" pitchFamily="2" charset="77"/>
              </a:rPr>
              <a:t>.</a:t>
            </a:r>
            <a:r>
              <a:rPr lang="fr-FR" sz="572" b="1" dirty="0">
                <a:solidFill>
                  <a:srgbClr val="11254A"/>
                </a:solidFill>
                <a:latin typeface="Montserrat" pitchFamily="2" charset="77"/>
              </a:rPr>
              <a:t>69</a:t>
            </a:r>
            <a:r>
              <a:rPr lang="fr-FR" sz="572" b="1" dirty="0">
                <a:solidFill>
                  <a:srgbClr val="DA4431"/>
                </a:solidFill>
                <a:latin typeface="Montserrat" pitchFamily="2" charset="77"/>
              </a:rPr>
              <a:t>.</a:t>
            </a:r>
            <a:r>
              <a:rPr lang="fr-FR" sz="572" b="1" dirty="0">
                <a:solidFill>
                  <a:srgbClr val="11254A"/>
                </a:solidFill>
                <a:latin typeface="Montserrat" pitchFamily="2" charset="77"/>
              </a:rPr>
              <a:t>95</a:t>
            </a:r>
            <a:r>
              <a:rPr lang="fr-FR" sz="572" b="1" dirty="0">
                <a:solidFill>
                  <a:srgbClr val="DA4431"/>
                </a:solidFill>
                <a:latin typeface="Montserrat" pitchFamily="2" charset="77"/>
              </a:rPr>
              <a:t>.</a:t>
            </a:r>
            <a:r>
              <a:rPr lang="fr-FR" sz="572" b="1" dirty="0">
                <a:solidFill>
                  <a:srgbClr val="11254A"/>
                </a:solidFill>
                <a:latin typeface="Montserrat" pitchFamily="2" charset="77"/>
              </a:rPr>
              <a:t>36</a:t>
            </a:r>
            <a:br>
              <a:rPr lang="fr-FR" sz="572" b="1" dirty="0">
                <a:solidFill>
                  <a:srgbClr val="EFE8D2"/>
                </a:solidFill>
                <a:latin typeface="Montserrat" pitchFamily="2" charset="77"/>
              </a:rPr>
            </a:br>
            <a:r>
              <a:rPr lang="fr-FR" sz="572" b="1" dirty="0">
                <a:solidFill>
                  <a:srgbClr val="11254A"/>
                </a:solidFill>
                <a:latin typeface="Montserrat" pitchFamily="2" charset="77"/>
              </a:rPr>
              <a:t>cyrilmourin</a:t>
            </a:r>
            <a:r>
              <a:rPr lang="fr-FR" sz="572" b="1" dirty="0">
                <a:solidFill>
                  <a:srgbClr val="DA4431"/>
                </a:solidFill>
                <a:latin typeface="Montserrat" pitchFamily="2" charset="77"/>
              </a:rPr>
              <a:t>@</a:t>
            </a:r>
            <a:r>
              <a:rPr lang="fr-FR" sz="572" b="1" dirty="0">
                <a:solidFill>
                  <a:srgbClr val="11254A"/>
                </a:solidFill>
                <a:latin typeface="Montserrat" pitchFamily="2" charset="77"/>
              </a:rPr>
              <a:t>sideline-conseil</a:t>
            </a:r>
            <a:r>
              <a:rPr lang="fr-FR" sz="572" b="1" dirty="0">
                <a:solidFill>
                  <a:srgbClr val="DA4431"/>
                </a:solidFill>
                <a:latin typeface="Montserrat" pitchFamily="2" charset="77"/>
              </a:rPr>
              <a:t>.</a:t>
            </a:r>
            <a:r>
              <a:rPr lang="fr-FR" sz="572" b="1" dirty="0">
                <a:solidFill>
                  <a:srgbClr val="11254A"/>
                </a:solidFill>
                <a:latin typeface="Montserrat" pitchFamily="2" charset="77"/>
              </a:rPr>
              <a:t>fr</a:t>
            </a:r>
            <a:endParaRPr lang="fr-FR" sz="231" dirty="0">
              <a:solidFill>
                <a:srgbClr val="1125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323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5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377EA-181E-8BB3-5E3D-4F730B54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3659F8B8-56D0-5A4C-EC94-877AFCE012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7835" y="1040026"/>
            <a:ext cx="453811" cy="45381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D7AE7FA-9845-13A5-7808-887957B59E58}"/>
              </a:ext>
            </a:extLst>
          </p:cNvPr>
          <p:cNvSpPr txBox="1"/>
          <p:nvPr/>
        </p:nvSpPr>
        <p:spPr>
          <a:xfrm>
            <a:off x="280026" y="72101"/>
            <a:ext cx="1091864" cy="333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856" b="1" dirty="0">
                <a:solidFill>
                  <a:srgbClr val="EFE8D2"/>
                </a:solidFill>
                <a:latin typeface="Montserrat ExtraBold" pitchFamily="2" charset="77"/>
              </a:rPr>
              <a:t>Cyril MOURIN</a:t>
            </a:r>
          </a:p>
          <a:p>
            <a:r>
              <a:rPr lang="fr-FR" sz="714" i="1" dirty="0">
                <a:solidFill>
                  <a:srgbClr val="DA4431"/>
                </a:solidFill>
                <a:latin typeface="Montserrat Medium" pitchFamily="2" charset="77"/>
              </a:rPr>
              <a:t>Président</a:t>
            </a:r>
            <a:endParaRPr lang="fr-FR" sz="231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B7E694A-6411-3382-E169-DAF0B8313B7B}"/>
              </a:ext>
            </a:extLst>
          </p:cNvPr>
          <p:cNvSpPr txBox="1"/>
          <p:nvPr/>
        </p:nvSpPr>
        <p:spPr>
          <a:xfrm>
            <a:off x="748381" y="412286"/>
            <a:ext cx="1256885" cy="620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72" b="1" dirty="0">
                <a:solidFill>
                  <a:srgbClr val="EFE8D2"/>
                </a:solidFill>
                <a:latin typeface="Montserrat" pitchFamily="2" charset="77"/>
              </a:rPr>
              <a:t>207 rue de Vaugirard</a:t>
            </a:r>
            <a:br>
              <a:rPr lang="fr-FR" sz="572" b="1" dirty="0">
                <a:solidFill>
                  <a:srgbClr val="EFE8D2"/>
                </a:solidFill>
                <a:latin typeface="Montserrat" pitchFamily="2" charset="77"/>
              </a:rPr>
            </a:br>
            <a:r>
              <a:rPr lang="fr-FR" sz="572" b="1" dirty="0">
                <a:solidFill>
                  <a:srgbClr val="EFE8D2"/>
                </a:solidFill>
                <a:latin typeface="Montserrat" pitchFamily="2" charset="77"/>
              </a:rPr>
              <a:t>75015 Paris</a:t>
            </a:r>
            <a:br>
              <a:rPr lang="fr-FR" sz="572" b="1" dirty="0">
                <a:solidFill>
                  <a:srgbClr val="EFE8D2"/>
                </a:solidFill>
                <a:latin typeface="Montserrat" pitchFamily="2" charset="77"/>
              </a:rPr>
            </a:br>
            <a:r>
              <a:rPr lang="fr-FR" sz="572" b="1" dirty="0">
                <a:solidFill>
                  <a:srgbClr val="EFE8D2"/>
                </a:solidFill>
                <a:latin typeface="Montserrat" pitchFamily="2" charset="77"/>
              </a:rPr>
              <a:t>		</a:t>
            </a:r>
          </a:p>
          <a:p>
            <a:r>
              <a:rPr lang="fr-FR" sz="572" b="1" dirty="0">
                <a:solidFill>
                  <a:srgbClr val="EFE8D2"/>
                </a:solidFill>
                <a:latin typeface="Montserrat" pitchFamily="2" charset="77"/>
              </a:rPr>
              <a:t>07</a:t>
            </a:r>
            <a:r>
              <a:rPr lang="fr-FR" sz="572" b="1" dirty="0">
                <a:solidFill>
                  <a:srgbClr val="DA4431"/>
                </a:solidFill>
                <a:latin typeface="Montserrat" pitchFamily="2" charset="77"/>
              </a:rPr>
              <a:t>.</a:t>
            </a:r>
            <a:r>
              <a:rPr lang="fr-FR" sz="572" b="1" dirty="0">
                <a:solidFill>
                  <a:srgbClr val="EFE8D2"/>
                </a:solidFill>
                <a:latin typeface="Montserrat" pitchFamily="2" charset="77"/>
              </a:rPr>
              <a:t>60</a:t>
            </a:r>
            <a:r>
              <a:rPr lang="fr-FR" sz="572" b="1" dirty="0">
                <a:solidFill>
                  <a:srgbClr val="DA4431"/>
                </a:solidFill>
                <a:latin typeface="Montserrat" pitchFamily="2" charset="77"/>
              </a:rPr>
              <a:t>.</a:t>
            </a:r>
            <a:r>
              <a:rPr lang="fr-FR" sz="572" b="1" dirty="0">
                <a:solidFill>
                  <a:srgbClr val="EFE8D2"/>
                </a:solidFill>
                <a:latin typeface="Montserrat" pitchFamily="2" charset="77"/>
              </a:rPr>
              <a:t>69</a:t>
            </a:r>
            <a:r>
              <a:rPr lang="fr-FR" sz="572" b="1" dirty="0">
                <a:solidFill>
                  <a:srgbClr val="DA4431"/>
                </a:solidFill>
                <a:latin typeface="Montserrat" pitchFamily="2" charset="77"/>
              </a:rPr>
              <a:t>.</a:t>
            </a:r>
            <a:r>
              <a:rPr lang="fr-FR" sz="572" b="1" dirty="0">
                <a:solidFill>
                  <a:srgbClr val="EFE8D2"/>
                </a:solidFill>
                <a:latin typeface="Montserrat" pitchFamily="2" charset="77"/>
              </a:rPr>
              <a:t>95</a:t>
            </a:r>
            <a:r>
              <a:rPr lang="fr-FR" sz="572" b="1" dirty="0">
                <a:solidFill>
                  <a:srgbClr val="DA4431"/>
                </a:solidFill>
                <a:latin typeface="Montserrat" pitchFamily="2" charset="77"/>
              </a:rPr>
              <a:t>.</a:t>
            </a:r>
            <a:r>
              <a:rPr lang="fr-FR" sz="572" b="1" dirty="0">
                <a:solidFill>
                  <a:srgbClr val="EFE8D2"/>
                </a:solidFill>
                <a:latin typeface="Montserrat" pitchFamily="2" charset="77"/>
              </a:rPr>
              <a:t>36</a:t>
            </a:r>
            <a:br>
              <a:rPr lang="fr-FR" sz="572" b="1" dirty="0">
                <a:solidFill>
                  <a:srgbClr val="EFE8D2"/>
                </a:solidFill>
                <a:latin typeface="Montserrat" pitchFamily="2" charset="77"/>
              </a:rPr>
            </a:br>
            <a:r>
              <a:rPr lang="fr-FR" sz="572" b="1" dirty="0">
                <a:solidFill>
                  <a:srgbClr val="EFE8D2"/>
                </a:solidFill>
                <a:latin typeface="Montserrat" pitchFamily="2" charset="77"/>
              </a:rPr>
              <a:t>cyrilmourin</a:t>
            </a:r>
            <a:r>
              <a:rPr lang="fr-FR" sz="572" b="1" dirty="0">
                <a:solidFill>
                  <a:srgbClr val="DA4431"/>
                </a:solidFill>
                <a:latin typeface="Montserrat" pitchFamily="2" charset="77"/>
              </a:rPr>
              <a:t>@</a:t>
            </a:r>
            <a:r>
              <a:rPr lang="fr-FR" sz="572" b="1" dirty="0">
                <a:solidFill>
                  <a:srgbClr val="EFE8D2"/>
                </a:solidFill>
                <a:latin typeface="Montserrat" pitchFamily="2" charset="77"/>
              </a:rPr>
              <a:t>sideline-conseil</a:t>
            </a:r>
            <a:r>
              <a:rPr lang="fr-FR" sz="572" b="1" dirty="0">
                <a:solidFill>
                  <a:srgbClr val="DA4431"/>
                </a:solidFill>
                <a:latin typeface="Montserrat" pitchFamily="2" charset="77"/>
              </a:rPr>
              <a:t>.</a:t>
            </a:r>
            <a:r>
              <a:rPr lang="fr-FR" sz="572" b="1" dirty="0">
                <a:solidFill>
                  <a:srgbClr val="EFE8D2"/>
                </a:solidFill>
                <a:latin typeface="Montserrat" pitchFamily="2" charset="77"/>
              </a:rPr>
              <a:t>fr</a:t>
            </a:r>
            <a:endParaRPr lang="fr-FR" sz="231" dirty="0"/>
          </a:p>
        </p:txBody>
      </p:sp>
    </p:spTree>
    <p:extLst>
      <p:ext uri="{BB962C8B-B14F-4D97-AF65-F5344CB8AC3E}">
        <p14:creationId xmlns:p14="http://schemas.microsoft.com/office/powerpoint/2010/main" val="303264902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8629</TotalTime>
  <Words>65</Words>
  <Application>Microsoft Macintosh PowerPoint</Application>
  <PresentationFormat>Personnalisé</PresentationFormat>
  <Paragraphs>15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Montserrat</vt:lpstr>
      <vt:lpstr>Montserrat ExtraBold</vt:lpstr>
      <vt:lpstr>Montserrat Medium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Cyril Mourin</dc:creator>
  <cp:lastModifiedBy>Cyril MOURIN</cp:lastModifiedBy>
  <cp:revision>28</cp:revision>
  <cp:lastPrinted>2026-02-26T21:23:54Z</cp:lastPrinted>
  <dcterms:created xsi:type="dcterms:W3CDTF">2025-11-14T15:49:07Z</dcterms:created>
  <dcterms:modified xsi:type="dcterms:W3CDTF">2026-04-22T21:22:36Z</dcterms:modified>
</cp:coreProperties>
</file>